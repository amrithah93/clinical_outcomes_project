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6" r:id="rId5"/>
    <p:sldId id="268" r:id="rId6"/>
    <p:sldId id="26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7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C84C-0B72-9223-2B1D-1E97F0BE9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FEA1B-B397-3A65-3E68-B758ECEF4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80638-7E06-79D7-4A82-DAAB55CF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BC3FC-5047-B020-96E9-D8371C66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61FA4-F8A9-1257-A3F8-60981A53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4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CC73-DD8F-58F4-9CDC-3E39DE54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978A-2D09-6E15-2A23-2D7BC709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82B9-A75C-918A-4B37-4DD816FE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52580-A0DA-39EC-B1DA-B9630BA9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EAE3B-EFF8-358E-ABCB-57A96402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4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B96B-437D-35AF-3DBF-64FBE802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D57CB-31FB-1D9E-BD71-DAE10F076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A42CB-57E2-6E66-3F86-D0399832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A2202-4321-090D-F0FD-7A03B7F2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88BAA-2404-F530-D97E-C2520E2B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0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0ABC-FBB9-FCB6-7DA9-DA2B0B98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476A-F2BF-EF93-3C97-33DC1DAAE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21ED8-C9F2-F798-C7EA-4CCE11BF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5C229-AC43-F1DE-6D47-4AF692EA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08F19-D58D-AEFB-2690-44989C44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C52D6-AED4-6C92-293D-E8FD7A48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39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889F-4077-5C69-8D61-843BF753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29495-A81E-B248-1ACF-D40166470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B3486-F7FD-889A-06D2-441A602F7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73DFE-AED0-1FDA-6C7D-650C48D33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2F963-CDBE-82B1-B5AF-B2E8AE258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9D624-15F1-93EB-B549-3A0EEC47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97049-6514-9656-6F86-E2C95F4F4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263CA-083E-FD96-006C-2C7BD8D4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4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D6FD-F48A-A37B-B1AE-B5975FD7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7C12E-B786-9F59-3F0A-3DBAEE0A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D9948-FAD5-5C38-A37B-42014BCD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5D73E-2E21-BD59-1730-E958C63D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3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0816B-945B-F775-CDA3-5F844798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9C8E7-C8D4-5151-9F16-AAEE0DBD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646D8-BF5F-492D-9359-CB3F9524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B034-C375-0F92-F24F-526AA3E9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C4602-6CC4-C4F7-82E0-F3356536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A8FDF-A454-5F89-6AEF-C5B0CC2FB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62F0D-1E57-FD88-39A1-7AFEE43D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61A7E-44D5-7588-5CD7-B7F498B5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93052-C930-A08E-BCC5-63D24F93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1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4A0D-6506-1859-2498-2BD462F0C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9F3BB-FD35-6728-B6DA-29A865DE0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417EE-224E-3580-5E3C-97C34D68B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ACAB8-323B-13A3-9D8D-FFAAC57D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42D6D-8D09-7A5C-AC1A-C9796997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C3A5B-52E2-7E0A-B563-914A2A86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3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91A5-D323-7CEC-4C50-E728C03E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A048A-61C0-3334-0006-852E99D20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A1A1E-FFE4-E00F-85C1-B137B6D9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D5523-73EC-94BC-215D-05C932FD5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58276-7405-3D92-9F6A-8C98FE3D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1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DACB8-8924-FE58-3E99-B6C106AF5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598A7-9B28-793A-6FB4-E64B8745D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5B30D-B9D2-1D2D-E9B0-F8FE1DE7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0F84A-2E4A-1C0D-32C5-70110C20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68141-CA8A-B56E-71BB-99844049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5FDF6-F45E-688B-0A04-F158D56E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F0874-8194-0DC5-208E-4EAB32132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02414-6051-0FAD-73FD-AFF0B6FB9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16504-5714-A448-AD8C-31230BACD7C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5308C-0D22-D9E4-D47B-6391770CE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6E600-6646-18CC-42BA-F065DC70E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CC523-8BA9-7D40-A70B-AEC8872AB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6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FDCF-1654-DF46-FF68-882200CF7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Clinical Outcomes Project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3F15-5974-AA7C-B85C-6FB93F31A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4.5.2026</a:t>
            </a:r>
          </a:p>
        </p:txBody>
      </p:sp>
    </p:spTree>
    <p:extLst>
      <p:ext uri="{BB962C8B-B14F-4D97-AF65-F5344CB8AC3E}">
        <p14:creationId xmlns:p14="http://schemas.microsoft.com/office/powerpoint/2010/main" val="173027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60671E-19F8-B19F-E060-DD051EF5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883" y="105443"/>
            <a:ext cx="7820517" cy="662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E5FDB5-5661-2CD4-C373-F352FF3C5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68" y="1744796"/>
            <a:ext cx="11897064" cy="2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1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EDA989-8F81-DE5A-6047-81DD01FE8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112" y="5821671"/>
            <a:ext cx="3877146" cy="809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AEB1DD-D3F9-97A3-95DA-8FFE1A98B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956" y="3015482"/>
            <a:ext cx="6086088" cy="23934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F98F02-4845-383C-2860-FE5DCEE2B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79598"/>
            <a:ext cx="7772400" cy="273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5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21BAD-BD92-7C95-7E02-63CB433FC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1901"/>
            <a:ext cx="7772400" cy="27358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1C92D-ABCB-4F4E-A005-15C622989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312730"/>
            <a:ext cx="7772400" cy="273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9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EA75B3-5385-F5D0-7559-DB48613B0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966" y="293824"/>
            <a:ext cx="7772400" cy="27358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1125E0-1CE5-3DE4-870E-32D66CD5D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834" y="3271961"/>
            <a:ext cx="5007170" cy="1969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CC78E4-8A61-52B8-C275-9E5D4E1BC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834" y="5836840"/>
            <a:ext cx="3877146" cy="80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2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F0DCD6-B40A-35B2-982F-AE077EA51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17" y="468351"/>
            <a:ext cx="5295761" cy="5508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28125-A090-ED63-6C36-7C576750F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8351"/>
            <a:ext cx="4966454" cy="56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6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40A35-5DB6-7811-98D4-3F4E102C2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58" y="713678"/>
            <a:ext cx="5748442" cy="4533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A50FC1-39C2-2E72-7C47-A77219E67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74649"/>
            <a:ext cx="5211337" cy="459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F1027-097E-32B5-DB70-667EBC92C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26" y="323385"/>
            <a:ext cx="5674623" cy="4962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6E189-72C1-00D2-BB6C-DB46A0DE4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427" y="323385"/>
            <a:ext cx="5590880" cy="483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1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</Words>
  <Application>Microsoft Macintosh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Clinical Outcomes Project 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Harikumar</dc:creator>
  <cp:lastModifiedBy>Amritha Harikumar</cp:lastModifiedBy>
  <cp:revision>28</cp:revision>
  <dcterms:created xsi:type="dcterms:W3CDTF">2026-04-05T15:37:44Z</dcterms:created>
  <dcterms:modified xsi:type="dcterms:W3CDTF">2026-04-05T17:45:28Z</dcterms:modified>
</cp:coreProperties>
</file>